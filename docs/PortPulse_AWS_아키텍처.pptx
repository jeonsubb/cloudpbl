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14600"/>
            <a:ext cx="12191695" cy="914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9748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5400" b="1">
                <a:solidFill>
                  <a:srgbClr val="1F3A5F"/>
                </a:solidFill>
                <a:latin typeface="맑은 고딕"/>
              </a:rPr>
              <a:t>PortPulse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49039"/>
            <a:ext cx="10332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>
                <a:solidFill>
                  <a:srgbClr val="C0392B"/>
                </a:solidFill>
                <a:latin typeface="맑은 고딕"/>
              </a:rPr>
              <a:t>AWS 아키텍처 구조도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262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595959"/>
                </a:solidFill>
                <a:latin typeface="맑은 고딕"/>
              </a:rPr>
              <a:t>부산 수출 중소기업 개인화 부킹 타이밍 경보 서비스  ·  Amazon Bedrock 멀티에이전트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1F3A5F"/>
                </a:solidFill>
                <a:latin typeface="맑은 고딕"/>
              </a:rPr>
              <a:t>전체 아키텍처</a:t>
            </a:r>
          </a:p>
        </p:txBody>
      </p:sp>
      <p:pic>
        <p:nvPicPr>
          <p:cNvPr id="3" name="Picture 2" descr="PortPulse_AWS_architecture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5635" y="777240"/>
            <a:ext cx="5380424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1F3A5F"/>
                </a:solidFill>
                <a:latin typeface="맑은 고딕"/>
              </a:rPr>
              <a:t>핵심 데이터 흐름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0392B"/>
                </a:solidFill>
                <a:latin typeface="맑은 고딕"/>
              </a:rPr>
              <a:t>① Serving Path (파랑)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  <a:latin typeface="맑은 고딕"/>
              </a:rPr>
              <a:t>화주 → Route 53 → CloudFront(WAF 보호) → S3 정적 웹 / API Gateway(Cognito 인증) → Lambda 백엔드. 챗봇 질의는 Supervisor로 pull.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55064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0392B"/>
                </a:solidFill>
                <a:latin typeface="맑은 고딕"/>
              </a:rPr>
              <a:t>② Ingestion Pipeline (초록)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  <a:latin typeface="맑은 고딕"/>
              </a:rPr>
              <a:t>EventBridge Scheduler가 매일 아침 Step Functions 실행 → Lambda가 KCCI·SCFI·ECOS·관세청·뉴스를 수집·정제.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41448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0392B"/>
                </a:solidFill>
                <a:latin typeface="맑은 고딕"/>
              </a:rPr>
              <a:t>③ Data Storage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  <a:latin typeface="맑은 고딕"/>
              </a:rPr>
              <a:t>뉴스·리포트 원문 → S3, 운임지수 시계열 → Timestream, 수치·사용자·경보이력 → DynamoDB.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27832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0392B"/>
                </a:solidFill>
                <a:latin typeface="맑은 고딕"/>
              </a:rPr>
              <a:t>④ Retrieval Layer (보라) — 에이전트가 데이터를 가져오는 통로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  <a:latin typeface="맑은 고딕"/>
              </a:rPr>
              <a:t>S3 → Knowledge Base(RAG)로 임베딩 인덱싱(OpenSearch). Timestream·DynamoDB → Agent Tools(Action Group)로 수치 쿼리.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014216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0392B"/>
                </a:solidFill>
                <a:latin typeface="맑은 고딕"/>
              </a:rPr>
              <a:t>⑤ AI Core · Bedrock 멀티에이전트 (청록)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  <a:latin typeface="맑은 고딕"/>
              </a:rPr>
              <a:t>뉴스 수집←KB RAG, 운임 분석←Agent Tools(KCCI·SCFI), 거시 해석←Agent Tools(환율·금리). Supervisor가 종합 브리핑 생성(옵션: SageMaker 예측).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800600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0392B"/>
                </a:solidFill>
                <a:latin typeface="맑은 고딕"/>
              </a:rPr>
              <a:t>⑥ Push (빨강) — 코어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  <a:latin typeface="맑은 고딕"/>
              </a:rPr>
              <a:t>Supervisor의 개인화 경보 → Lambda 알림 발송 → 카카오톡 알림톡 / 텔레그램 / SNS.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586984"/>
            <a:ext cx="11064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0392B"/>
                </a:solidFill>
                <a:latin typeface="맑은 고딕"/>
              </a:rPr>
              <a:t>Security &amp; Ops (횡단)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  <a:latin typeface="맑은 고딕"/>
              </a:rPr>
              <a:t>IAM 최소권한, Secrets Manager(외부 API·봇 토큰), CloudWatch 로그·알람.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